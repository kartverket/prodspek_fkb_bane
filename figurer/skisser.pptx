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0841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3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Rediger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5919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8036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Rediger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Rediger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9337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4102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6662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Rediger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6286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Rediger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7497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185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5789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56CD3-5E70-4B5B-A926-CB5A4B0078BA}" type="datetimeFigureOut">
              <a:rPr lang="nb-NO" smtClean="0"/>
              <a:t>02.12.2025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39550-58D9-438C-9540-80FA874036D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504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470879" y="1520190"/>
            <a:ext cx="9144000" cy="3907427"/>
          </a:xfrm>
        </p:spPr>
        <p:txBody>
          <a:bodyPr>
            <a:normAutofit/>
          </a:bodyPr>
          <a:lstStyle/>
          <a:p>
            <a:r>
              <a:rPr lang="nb-NO" dirty="0"/>
              <a:t>Skisser/bilder brukt i FKB-Bane produktspesifikasjon og registreringsinstruks</a:t>
            </a:r>
          </a:p>
        </p:txBody>
      </p:sp>
    </p:spTree>
    <p:extLst>
      <p:ext uri="{BB962C8B-B14F-4D97-AF65-F5344CB8AC3E}">
        <p14:creationId xmlns:p14="http://schemas.microsoft.com/office/powerpoint/2010/main" val="128354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Jernbaneplattformkant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111433" y="25935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b-NO"/>
          </a:p>
        </p:txBody>
      </p:sp>
      <p:pic>
        <p:nvPicPr>
          <p:cNvPr id="4" name="Bil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972" y="830176"/>
            <a:ext cx="5201376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0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Spormidt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111433" y="25935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b-NO"/>
          </a:p>
        </p:txBody>
      </p:sp>
      <p:pic>
        <p:nvPicPr>
          <p:cNvPr id="3" name="Bil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048" y="2390630"/>
            <a:ext cx="6477904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3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Spormidt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111433" y="25935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b-NO"/>
          </a:p>
        </p:txBody>
      </p:sp>
      <p:pic>
        <p:nvPicPr>
          <p:cNvPr id="3" name="Bil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12" y="637785"/>
            <a:ext cx="5020376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10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Spormidt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111433" y="25935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b-NO"/>
          </a:p>
        </p:txBody>
      </p:sp>
      <p:pic>
        <p:nvPicPr>
          <p:cNvPr id="4" name="Bil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111" y="3737402"/>
            <a:ext cx="5915851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0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e 2">
            <a:extLst>
              <a:ext uri="{FF2B5EF4-FFF2-40B4-BE49-F238E27FC236}">
                <a16:creationId xmlns:a16="http://schemas.microsoft.com/office/drawing/2014/main" id="{87238DB2-35F5-E25F-2100-35880DF49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3"/>
          <a:stretch>
            <a:fillRect/>
          </a:stretch>
        </p:blipFill>
        <p:spPr>
          <a:xfrm>
            <a:off x="6096000" y="2442264"/>
            <a:ext cx="3290172" cy="2497420"/>
          </a:xfrm>
          <a:prstGeom prst="rect">
            <a:avLst/>
          </a:prstGeom>
        </p:spPr>
      </p:pic>
      <p:pic>
        <p:nvPicPr>
          <p:cNvPr id="5" name="Bilde 4" descr="Et bilde som inneholder utendørs, skjermbilde, luftfartøy, grunn&#10;&#10;KI-generert innhold kan være feil.">
            <a:extLst>
              <a:ext uri="{FF2B5EF4-FFF2-40B4-BE49-F238E27FC236}">
                <a16:creationId xmlns:a16="http://schemas.microsoft.com/office/drawing/2014/main" id="{AF8E8B02-2A8D-EF08-7961-9A3DC4BDB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44" y="2442264"/>
            <a:ext cx="4873856" cy="2497420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1B5054DE-51AA-AAED-6465-9D434F9091B0}"/>
              </a:ext>
            </a:extLst>
          </p:cNvPr>
          <p:cNvSpPr txBox="1"/>
          <p:nvPr/>
        </p:nvSpPr>
        <p:spPr>
          <a:xfrm>
            <a:off x="1947333" y="965200"/>
            <a:ext cx="775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Spormidt3</a:t>
            </a:r>
          </a:p>
        </p:txBody>
      </p:sp>
    </p:spTree>
    <p:extLst>
      <p:ext uri="{BB962C8B-B14F-4D97-AF65-F5344CB8AC3E}">
        <p14:creationId xmlns:p14="http://schemas.microsoft.com/office/powerpoint/2010/main" val="121302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14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Office-tema</vt:lpstr>
      <vt:lpstr>Skisser/bilder brukt i FKB-Bane produktspesifikasjon og registreringsinstruks</vt:lpstr>
      <vt:lpstr>Jernbaneplattformkant</vt:lpstr>
      <vt:lpstr>Spormidt</vt:lpstr>
      <vt:lpstr>Spormidt</vt:lpstr>
      <vt:lpstr>Spormidt</vt:lpstr>
      <vt:lpstr>PowerPoint-presentasjon</vt:lpstr>
    </vt:vector>
  </TitlesOfParts>
  <Company>Statens Kartverk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Nils Ivar Nes</dc:creator>
  <cp:lastModifiedBy>Lotte Picard</cp:lastModifiedBy>
  <cp:revision>65</cp:revision>
  <dcterms:created xsi:type="dcterms:W3CDTF">2021-08-06T12:22:07Z</dcterms:created>
  <dcterms:modified xsi:type="dcterms:W3CDTF">2025-12-02T07:43:44Z</dcterms:modified>
</cp:coreProperties>
</file>